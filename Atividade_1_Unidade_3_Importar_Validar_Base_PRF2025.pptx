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64592"/>
            <a:ext cx="630936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ptos"/>
              </a:rPr>
              <a:t>ATIVIDADE 1 -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6309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ptos"/>
              </a:rPr>
              <a:t>Atividade</a:t>
            </a:r>
            <a:r>
              <a:rPr sz="2400" b="1" dirty="0">
                <a:solidFill>
                  <a:srgbClr val="FFFFFF"/>
                </a:solidFill>
                <a:latin typeface="Aptos"/>
              </a:rPr>
              <a:t> 1: </a:t>
            </a:r>
            <a:r>
              <a:rPr sz="2400" b="1" dirty="0" err="1">
                <a:solidFill>
                  <a:srgbClr val="FFFFFF"/>
                </a:solidFill>
                <a:latin typeface="Aptos"/>
              </a:rPr>
              <a:t>Importar</a:t>
            </a:r>
            <a:r>
              <a:rPr sz="2400" b="1" dirty="0">
                <a:solidFill>
                  <a:srgbClr val="FFFFFF"/>
                </a:solidFill>
                <a:latin typeface="Aptos"/>
              </a:rPr>
              <a:t> e Validar 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Aptos"/>
              </a:rPr>
              <a:t>Importação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e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validação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da base PRF 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2025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no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DuckDB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0040" y="644722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Análise de Dados  |  PRF 2025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6032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193852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243746"/>
                </a:solidFill>
                <a:latin typeface="Aptos"/>
              </a:rPr>
              <a:t>Tabela</a:t>
            </a:r>
            <a:r>
              <a:rPr sz="1400" b="0" dirty="0">
                <a:solidFill>
                  <a:srgbClr val="243746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3746"/>
                </a:solidFill>
                <a:latin typeface="Aptos"/>
              </a:rPr>
              <a:t>criada</a:t>
            </a:r>
            <a:endParaRPr sz="1400" b="0" dirty="0">
              <a:solidFill>
                <a:srgbClr val="243746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246120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46120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72.529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Registros importados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6236208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36208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64808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8" y="1825984"/>
            <a:ext cx="2478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Campos identificados
no DESCRIBE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26296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26296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54896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54896" y="185412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Erro de importação
corrigido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2487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395D"/>
                </a:solidFill>
                <a:latin typeface="Aptos"/>
              </a:rPr>
              <a:t>Solução executada: importar a base no DuckDB, validar a estrutura e confirmar a quantidade de registros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2852928"/>
            <a:ext cx="3703320" cy="144475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20624" y="301752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b="1" dirty="0" err="1"/>
              <a:t>1. Importação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33832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Comando: read_csv_auto
Arquivo: dados_abertos_prf-datatran2025.csv
Codificação: latin-1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0" y="2852928"/>
            <a:ext cx="3703320" cy="1444752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79392" y="301752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79392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2. Tabela criada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4882896" y="3383280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Nome: acidentes_prf_2025
Banco: proj_prf_sql.duckdb
Importação concluída com sucesso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73568" y="2852928"/>
            <a:ext cx="3959352" cy="1444752"/>
          </a:xfrm>
          <a:prstGeom prst="roundRect">
            <a:avLst/>
          </a:prstGeom>
          <a:solidFill>
            <a:srgbClr val="FFF8E5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38160" y="3017520"/>
            <a:ext cx="384048" cy="38404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30175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3. Validação estrutural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8726424" y="3383280"/>
            <a:ext cx="3044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DESCRIBE acidentes_prf_2025
Tipos das colunas conferidos
Ex.: id BIGINT, data_inversa DATE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" y="4498848"/>
            <a:ext cx="5623560" cy="12984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466344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" y="4663440"/>
            <a:ext cx="4727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4. Validação quantitativa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" y="5029200"/>
            <a:ext cx="4709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COUNT(*) executado
Resultado confirmado:
72.529 registros</a:t>
            </a:r>
            <a:endParaRPr sz="1200" dirty="0"/>
          </a:p>
        </p:txBody>
      </p:sp>
      <p:sp>
        <p:nvSpPr>
          <p:cNvPr id="94" name="Rounded Rectangle 93"/>
          <p:cNvSpPr/>
          <p:nvPr/>
        </p:nvSpPr>
        <p:spPr>
          <a:xfrm>
            <a:off x="6016752" y="4498848"/>
            <a:ext cx="5916168" cy="1298448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181344" y="466344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8134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4663440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5. Erro e correção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84848" y="5029200"/>
            <a:ext cx="500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1ª tentativa: erro de UTF-8
Correção: encoding='latin-1'
2ª tentativa: sucesso</a:t>
            </a:r>
            <a:endParaRPr sz="1200" dirty="0"/>
          </a:p>
        </p:txBody>
      </p:sp>
      <p:sp>
        <p:nvSpPr>
          <p:cNvPr id="99" name="Rounded Rectangle 98"/>
          <p:cNvSpPr/>
          <p:nvPr/>
        </p:nvSpPr>
        <p:spPr>
          <a:xfrm>
            <a:off x="256032" y="5925312"/>
            <a:ext cx="11676888" cy="43891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8912" y="58978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Observação</a:t>
            </a:r>
            <a:r>
              <a:rPr dirty="0"/>
              <a:t>: </a:t>
            </a:r>
            <a:r>
              <a:rPr dirty="0" err="1"/>
              <a:t>caminho</a:t>
            </a:r>
            <a:r>
              <a:rPr dirty="0"/>
              <a:t> </a:t>
            </a:r>
            <a:r>
              <a:rPr dirty="0" err="1"/>
              <a:t>registrado</a:t>
            </a:r>
            <a:r>
              <a:rPr dirty="0"/>
              <a:t> — </a:t>
            </a:r>
            <a:r>
              <a:rPr dirty="0" err="1"/>
              <a:t>dados_brutos</a:t>
            </a:r>
            <a:r>
              <a:rPr dirty="0"/>
              <a:t>/dados_abertos_prf-datatran2025.csv. </a:t>
            </a:r>
            <a:r>
              <a:rPr dirty="0" err="1"/>
              <a:t>A solução atende aos quatro passos solicitados na atividade.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208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Wellington Lima</dc:creator>
  <cp:keywords/>
  <dc:description>generated using python-pptx</dc:description>
  <cp:lastModifiedBy>Wellington</cp:lastModifiedBy>
  <cp:revision>4</cp:revision>
  <dcterms:created xsi:type="dcterms:W3CDTF">2013-01-27T09:14:16Z</dcterms:created>
  <dcterms:modified xsi:type="dcterms:W3CDTF">2026-09-20T21:02:49Z</dcterms:modified>
  <cp:category/>
</cp:coreProperties>
</file>