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64592"/>
            <a:ext cx="630936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ATIVIDADE 2 -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6309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Atividade 2: Filtros Orientados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Exploração de acidentes fatais usando filtros e ordenação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0040" y="6447222"/>
            <a:ext cx="11484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>
                <a:solidFill>
                  <a:srgbClr val="2D3C4B"/>
                </a:solidFill>
                <a:latin typeface="Aptos"/>
              </a:rPr>
              <a:t>Análise</a:t>
            </a:r>
            <a:r>
              <a:rPr dirty="0">
                <a:solidFill>
                  <a:srgbClr val="2D3C4B"/>
                </a:solidFill>
                <a:latin typeface="Aptos"/>
              </a:rPr>
              <a:t> de Dados  |  PRF 2025 </a:t>
            </a:r>
            <a:r>
              <a:rPr b="0" dirty="0">
                <a:solidFill>
                  <a:srgbClr val="2D3C4B"/>
                </a:solidFill>
                <a:latin typeface="Aptos"/>
              </a:rPr>
              <a:t>- https://github.com/Wellington-datastrategy/Modulo3_AD_PRF2025_SQL</a:t>
            </a:r>
            <a:endParaRPr sz="2400" dirty="0"/>
          </a:p>
        </p:txBody>
      </p:sp>
      <p:sp>
        <p:nvSpPr>
          <p:cNvPr id="57" name="Rounded Rectangle 56"/>
          <p:cNvSpPr/>
          <p:nvPr/>
        </p:nvSpPr>
        <p:spPr>
          <a:xfrm>
            <a:off x="256032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6032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193852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C4B"/>
                </a:solidFill>
                <a:latin typeface="Aptos"/>
              </a:rPr>
              <a:t>Filtros solicitados</a:t>
            </a:r>
            <a:endParaRPr sz="1400" b="0" dirty="0">
              <a:solidFill>
                <a:srgbClr val="243746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246120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46120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5.210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Acidentes fatais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6236208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36208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64808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19555" y="1825984"/>
            <a:ext cx="2478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Observações</a:t>
            </a:r>
            <a:r>
              <a:rPr sz="1400" b="0" dirty="0">
                <a:solidFill>
                  <a:srgbClr val="2D3C4B"/>
                </a:solidFill>
                <a:latin typeface="Aptos"/>
              </a:rPr>
              <a:t>
</a:t>
            </a:r>
            <a:r>
              <a:rPr sz="1400" b="0" dirty="0" err="1">
                <a:solidFill>
                  <a:srgbClr val="2D3C4B"/>
                </a:solidFill>
                <a:latin typeface="Aptos"/>
              </a:rPr>
              <a:t>registradas</a:t>
            </a:r>
            <a:endParaRPr sz="1400" b="0" dirty="0">
              <a:solidFill>
                <a:srgbClr val="2D3C4B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226296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26296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54896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67440" y="185412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Critério</a:t>
            </a:r>
            <a:r>
              <a:rPr sz="1400" b="0" dirty="0">
                <a:solidFill>
                  <a:srgbClr val="2D3C4B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2D3C4B"/>
                </a:solidFill>
                <a:latin typeface="Aptos"/>
              </a:rPr>
              <a:t>filtro</a:t>
            </a:r>
            <a:r>
              <a:rPr sz="1400" b="0" dirty="0">
                <a:solidFill>
                  <a:srgbClr val="2D3C4B"/>
                </a:solidFill>
                <a:latin typeface="Aptos"/>
              </a:rPr>
              <a:t>
(</a:t>
            </a:r>
            <a:r>
              <a:rPr sz="1400" b="0" dirty="0" err="1">
                <a:solidFill>
                  <a:srgbClr val="2D3C4B"/>
                </a:solidFill>
                <a:latin typeface="Aptos"/>
              </a:rPr>
              <a:t>mortos</a:t>
            </a:r>
            <a:r>
              <a:rPr sz="1400" b="0" dirty="0">
                <a:solidFill>
                  <a:srgbClr val="2D3C4B"/>
                </a:solidFill>
                <a:latin typeface="Aptos"/>
              </a:rPr>
              <a:t> ≥ 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2487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24C"/>
                </a:solidFill>
                <a:latin typeface="Aptos"/>
              </a:rPr>
              <a:t>Solução executada: filtrar acidentes fatais, ordenar por frequência e registrar cinco padrões observados na base PRF 2025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2852928"/>
            <a:ext cx="3703320" cy="144475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20624" y="301752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1. UF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33832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MG — 647 acidentes fatais
PR — 511 | BA — 476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0" y="2852928"/>
            <a:ext cx="3703320" cy="1444752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79392" y="301752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79392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2. BR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4882896" y="3383280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BR-101 — 682 acidentes fatais
BR-116 — 638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73568" y="2852928"/>
            <a:ext cx="3959352" cy="1444752"/>
          </a:xfrm>
          <a:prstGeom prst="roundRect">
            <a:avLst/>
          </a:prstGeom>
          <a:solidFill>
            <a:srgbClr val="FFF8E5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38160" y="3017520"/>
            <a:ext cx="384048" cy="38404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30175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3. Causa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8726424" y="3383280"/>
            <a:ext cx="3044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Ausência de reação do condutor — 779
Transitar na contramão — 736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" y="4498848"/>
            <a:ext cx="5623560" cy="12984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466344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" y="4663440"/>
            <a:ext cx="4727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4. Tipo de acidente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" y="5029200"/>
            <a:ext cx="4709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Colisão frontal — 1.396
Atropelamento de Pedestre — 902</a:t>
            </a:r>
            <a:endParaRPr sz="1200" dirty="0"/>
          </a:p>
        </p:txBody>
      </p:sp>
      <p:sp>
        <p:nvSpPr>
          <p:cNvPr id="94" name="Rounded Rectangle 93"/>
          <p:cNvSpPr/>
          <p:nvPr/>
        </p:nvSpPr>
        <p:spPr>
          <a:xfrm>
            <a:off x="6016752" y="4498848"/>
            <a:ext cx="5916168" cy="1298448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181344" y="466344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8134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4663440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5. Condição meteorológica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84848" y="5029200"/>
            <a:ext cx="500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Céu Claro — 3.419
Nublado — 830 | Chuva — 402</a:t>
            </a:r>
            <a:endParaRPr sz="1200" dirty="0"/>
          </a:p>
        </p:txBody>
      </p:sp>
      <p:sp>
        <p:nvSpPr>
          <p:cNvPr id="99" name="Rounded Rectangle 98"/>
          <p:cNvSpPr/>
          <p:nvPr/>
        </p:nvSpPr>
        <p:spPr>
          <a:xfrm>
            <a:off x="256032" y="5925312"/>
            <a:ext cx="11676888" cy="43891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8912" y="58978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1">
                <a:solidFill>
                  <a:srgbClr val="2D3C4B"/>
                </a:solidFill>
                <a:latin typeface="Aptos"/>
              </a:rPr>
              <a:t>Observação: os resultados representam contagens absolutas de acidentes fatais. Não permitem, isoladamente, concluir risco ou causalidade.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195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Wellington Lima</dc:creator>
  <cp:keywords/>
  <dc:description>generated using python-pptx</dc:description>
  <cp:lastModifiedBy>Wellington</cp:lastModifiedBy>
  <cp:revision>6</cp:revision>
  <dcterms:created xsi:type="dcterms:W3CDTF">2013-01-27T09:14:16Z</dcterms:created>
  <dcterms:modified xsi:type="dcterms:W3CDTF">2026-09-20T22:28:50Z</dcterms:modified>
  <cp:category/>
</cp:coreProperties>
</file>