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ATIVIDADE 5 -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Atividade 5: Views e Exportação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Criação de Views reutilizáveis e exportação de resultados da base PRF 2025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>
                <a:solidFill>
                  <a:srgbClr val="2D3C4B"/>
                </a:solidFill>
                <a:latin typeface="Aptos"/>
              </a:rPr>
              <a:t>Análise de Dados  |  PRF 2025 - https://github.com/Wellington-datastrategy/Modulo3_AD_PRF2025_SQL</a:t>
            </a:r>
            <a:endParaRPr sz="2400"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C4B"/>
                </a:solidFill>
                <a:latin typeface="Aptos"/>
              </a:rPr>
              <a:t>Views criadas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Arquivos CSV exportados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9555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Ano analisado</a:t>
            </a:r>
            <a:endParaRPr sz="1400" b="0" dirty="0">
              <a:solidFill>
                <a:srgbClr val="2D3C4B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67440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Base PRF 2025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24C"/>
                </a:solidFill>
                <a:latin typeface="Arial"/>
              </a:rPr>
              <a:t>Solução executada: criar três Views reutilizáveis e exportar seus resultados em CSV para uso no Excel e Power BI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1. View mensal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vw_indicadores_mensais
12 registros mensais | acidentes, mortos, fatais e percentual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2. View UF × BR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vw_indicadores_uf_br
Indicadores agrupados por UF e BR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3. View por tipo de acidente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vw_bivariada_tipo_acidente
17 tipos de acidente | indicadores e percentual de fatais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4. Exportação CSV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vw_indicadores_mensais.csv
vw_indicadores_uf_br.csv | vw_bivariada_tipo_acidente.csv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5. Validação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As três Views foram consultadas no DuckDB e os três CSVs foram confirmados na pasta resultados.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1">
                <a:solidFill>
                  <a:srgbClr val="2D3C4B"/>
                </a:solidFill>
                <a:latin typeface="Arial"/>
              </a:rPr>
              <a:t>Observação: as Views tornam os indicadores reutilizáveis; os CSVs permitem continuidade da análise no Excel e Power BI.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47548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ATIVIDADE 5 -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Views e Exportação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Análise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View 1 — Indicadores Mensais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969"/>
                </a:solidFill>
                <a:latin typeface="Arial"/>
              </a:rPr>
              <a:t>Agrega os indicadores por mês de 2025.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VIEW: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9784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vw_indicadores_mensais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529B"/>
                </a:solidFill>
                <a:latin typeface="Arial"/>
              </a:rPr>
              <a:t>Definição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2D2D2D"/>
                </a:solidFill>
                <a:latin typeface="Arial"/>
              </a:rPr>
              <a:t>CREATE OR REPLACE VIEW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vw_indicadores_mensais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AS
SELECT
    EXTRACT(YEAR FROM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data_inversa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ano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EXTRACT(MONTH FROM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data_inversa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mes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COUNT(*)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total_acidentes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acidentes_fatais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ROUND(100.0 *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
          / COUNT(*), 2)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perc_fatais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
FROM acidentes_prf_2025
GROUP BY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ano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mes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02936"/>
            <a:ext cx="4069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12 registros mensais validados.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5230368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202936"/>
            <a:ext cx="4251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vw_indicadores_mensais.csv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View reutilizável para consulta e exportação dos indicadores da base PRF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Análise de Dados  |  PRF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6492240"/>
            <a:ext cx="5257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Modulo3_AD_PRF2025_SQL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47548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ATIVIDADE 5 -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Views e Exportação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Análise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View 2 — Indicadores por UF e 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969"/>
                </a:solidFill>
                <a:latin typeface="Arial"/>
              </a:rPr>
              <a:t>Cruza unidade federativa e rodovia para consulta dos indicadores.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VIEW: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9784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vw_indicadores_uf_br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529B"/>
                </a:solidFill>
                <a:latin typeface="Arial"/>
              </a:rPr>
              <a:t>Definição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2D2D2D"/>
                </a:solidFill>
                <a:latin typeface="Arial"/>
              </a:rPr>
              <a:t>CREATE OR REPLACE VIEW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vw_indicadores_uf_br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AS
SELECT
   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uf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br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COUNT(*)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total_acidentes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acidentes_fatais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ROUND(100.0 *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
          / COUNT(*), 2)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perc_fatais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
FROM acidentes_prf_2025
GROUP BY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uf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br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02936"/>
            <a:ext cx="4069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20 registros conferidos na validação inicial.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5230368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202936"/>
            <a:ext cx="4251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vw_indicadores_uf_br.csv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View reutilizável para consulta e exportação dos indicadores da base PRF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Análise de Dados  |  PRF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6492240"/>
            <a:ext cx="5257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Modulo3_AD_PRF2025_SQL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47548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ATIVIDADE 5 -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Views e Exportação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Análise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View 3 — Bivariada por Tipo de Acidente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969"/>
                </a:solidFill>
                <a:latin typeface="Arial"/>
              </a:rPr>
              <a:t>Consolida os indicadores por tipo de acidente.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VIEW: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9784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vw_bivariada_tipo_acidente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529B"/>
                </a:solidFill>
                <a:latin typeface="Arial"/>
              </a:rPr>
              <a:t>Definição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2D2D2D"/>
                </a:solidFill>
                <a:latin typeface="Arial"/>
              </a:rPr>
              <a:t>CREATE OR REPLACE VIEW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vw_bivariada_tipo_acidente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AS
SELECT
   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tipo_acidente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COUNT(*)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total_acidentes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total_mortos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acidentes_fatais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,
    ROUND(100.0 * SUM(CASE WHEN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mortos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 &gt;= 1 THEN 1 ELSE 0 END)
          / COUNT(*), 2) AS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perc_fatais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
FROM acidentes_prf_2025
GROUP BY </a:t>
            </a:r>
            <a:r>
              <a:rPr sz="1200" b="0" dirty="0" err="1">
                <a:solidFill>
                  <a:srgbClr val="2D2D2D"/>
                </a:solidFill>
                <a:latin typeface="Arial"/>
              </a:rPr>
              <a:t>tipo_acidente</a:t>
            </a:r>
            <a:r>
              <a:rPr sz="1200" b="0" dirty="0">
                <a:solidFill>
                  <a:srgbClr val="2D2D2D"/>
                </a:solidFill>
                <a:latin typeface="Arial"/>
              </a:rPr>
              <a:t>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02936"/>
            <a:ext cx="4069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17 tipos de acidente validados.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5230368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529B"/>
                </a:solidFill>
                <a:latin typeface="Arial"/>
              </a:rP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202936"/>
            <a:ext cx="4251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vw_bivariada_tipo_acidente.csv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View reutilizável para consulta e exportação dos indicadores da base PRF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Análise de Dados  |  PRF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6492240"/>
            <a:ext cx="5257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Modulo3_AD_PRF2025_SQL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804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7</cp:revision>
  <dcterms:created xsi:type="dcterms:W3CDTF">2013-01-27T09:14:16Z</dcterms:created>
  <dcterms:modified xsi:type="dcterms:W3CDTF">2026-09-21T00:27:18Z</dcterms:modified>
  <cp:category/>
</cp:coreProperties>
</file>