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3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0"/>
            <a:ext cx="5285232" cy="1298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164592"/>
            <a:ext cx="6309360" cy="2585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  <a:latin typeface="Aptos"/>
              </a:rPr>
              <a:t>ATIVIDADE 1 - UNIDADE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38912"/>
            <a:ext cx="6309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Aptos"/>
              </a:rPr>
              <a:t>Atividade</a:t>
            </a:r>
            <a:r>
              <a:rPr sz="2400" b="1" dirty="0">
                <a:solidFill>
                  <a:srgbClr val="FFFFFF"/>
                </a:solidFill>
                <a:latin typeface="Aptos"/>
              </a:rPr>
              <a:t> 1: </a:t>
            </a:r>
            <a:r>
              <a:rPr sz="2400" b="1" dirty="0" err="1">
                <a:solidFill>
                  <a:srgbClr val="FFFFFF"/>
                </a:solidFill>
                <a:latin typeface="Aptos"/>
              </a:rPr>
              <a:t>Importar</a:t>
            </a:r>
            <a:r>
              <a:rPr sz="2400" b="1" dirty="0">
                <a:solidFill>
                  <a:srgbClr val="FFFFFF"/>
                </a:solidFill>
                <a:latin typeface="Aptos"/>
              </a:rPr>
              <a:t> e Validar a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630936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 dirty="0" err="1">
                <a:solidFill>
                  <a:srgbClr val="FFFFFF"/>
                </a:solidFill>
                <a:latin typeface="Aptos"/>
              </a:rPr>
              <a:t>Importação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 e </a:t>
            </a:r>
            <a:r>
              <a:rPr sz="1100" b="0" dirty="0" err="1">
                <a:solidFill>
                  <a:srgbClr val="FFFFFF"/>
                </a:solidFill>
                <a:latin typeface="Aptos"/>
              </a:rPr>
              <a:t>validação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 da base PRF 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2025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 no </a:t>
            </a:r>
            <a:r>
              <a:rPr sz="1100" b="0" dirty="0" err="1">
                <a:solidFill>
                  <a:srgbClr val="FFFFFF"/>
                </a:solidFill>
                <a:latin typeface="Aptos"/>
              </a:rPr>
              <a:t>DuckDB</a:t>
            </a:r>
            <a:endParaRPr sz="11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0040" y="6447222"/>
            <a:ext cx="11484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/>
              <a:t>Análise</a:t>
            </a:r>
            <a:r>
              <a:rPr dirty="0"/>
              <a:t> de Dados  |  PRF 2025</a:t>
            </a:r>
            <a:r>
              <a:rPr lang="pt-BR" dirty="0"/>
              <a:t> - https://github.com/Wellington-datastrategy/Modulo3_AD_PRF2025_SQL</a:t>
            </a:r>
            <a:endParaRPr dirty="0" err="1"/>
          </a:p>
        </p:txBody>
      </p:sp>
      <p:sp>
        <p:nvSpPr>
          <p:cNvPr id="57" name="Rounded Rectangle 56"/>
          <p:cNvSpPr/>
          <p:nvPr/>
        </p:nvSpPr>
        <p:spPr>
          <a:xfrm>
            <a:off x="256032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56032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84632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9AE"/>
                </a:solidFill>
                <a:latin typeface="Aptos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632" y="1938528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243746"/>
                </a:solidFill>
                <a:latin typeface="Aptos"/>
              </a:rPr>
              <a:t>Tabela</a:t>
            </a:r>
            <a:r>
              <a:rPr sz="1400" b="0" dirty="0">
                <a:solidFill>
                  <a:srgbClr val="243746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3746"/>
                </a:solidFill>
                <a:latin typeface="Aptos"/>
              </a:rPr>
              <a:t>criada</a:t>
            </a:r>
            <a:endParaRPr sz="1400" b="0" dirty="0">
              <a:solidFill>
                <a:srgbClr val="243746"/>
              </a:solidFill>
              <a:latin typeface="Aptos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3246120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46120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474720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9AE"/>
                </a:solidFill>
                <a:latin typeface="Aptos"/>
              </a:rPr>
              <a:t>72.529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74720" y="1938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/>
              <a:t>Registros importados</a:t>
            </a:r>
            <a:endParaRPr dirty="0"/>
          </a:p>
        </p:txBody>
      </p:sp>
      <p:sp>
        <p:nvSpPr>
          <p:cNvPr id="65" name="Rounded Rectangle 64"/>
          <p:cNvSpPr/>
          <p:nvPr/>
        </p:nvSpPr>
        <p:spPr>
          <a:xfrm>
            <a:off x="6236208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236208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64808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9AE"/>
                </a:solidFill>
                <a:latin typeface="Aptos"/>
              </a:rPr>
              <a:t>30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64808" y="1825984"/>
            <a:ext cx="2478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/>
              <a:t>Campos identificados
no DESCRIBE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226296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226296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454896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9AE"/>
                </a:solidFill>
                <a:latin typeface="Aptos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54896" y="1854120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/>
              <a:t>Erro de importação
corrigido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" y="2487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395D"/>
                </a:solidFill>
                <a:latin typeface="Aptos"/>
              </a:rPr>
              <a:t>Solução executada: importar a base no DuckDB, validar a estrutura e confirmar a quantidade de registros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56032" y="2852928"/>
            <a:ext cx="3703320" cy="1444752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420624" y="3017520"/>
            <a:ext cx="384048" cy="384048"/>
          </a:xfrm>
          <a:prstGeom prst="ellipse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20624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" y="3017520"/>
            <a:ext cx="2807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b="1" dirty="0" err="1"/>
              <a:t>1. Importação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4128" y="3383280"/>
            <a:ext cx="278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200" dirty="0" err="1"/>
              <a:t>Comando: read_csv_auto
Arquivo: dados_abertos_prf-datatran2025.csv
Codificação: latin-1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114800" y="2852928"/>
            <a:ext cx="3703320" cy="1444752"/>
          </a:xfrm>
          <a:prstGeom prst="roundRect">
            <a:avLst/>
          </a:prstGeom>
          <a:solidFill>
            <a:srgbClr val="EAF7F3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279392" y="3017520"/>
            <a:ext cx="384048" cy="384048"/>
          </a:xfrm>
          <a:prstGeom prst="ellipse">
            <a:avLst/>
          </a:prstGeom>
          <a:solidFill>
            <a:srgbClr val="5B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79392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3017520"/>
            <a:ext cx="2807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/>
              <a:t>2. Tabela criada</a:t>
            </a:r>
            <a:endParaRPr dirty="0"/>
          </a:p>
        </p:txBody>
      </p:sp>
      <p:sp>
        <p:nvSpPr>
          <p:cNvPr id="83" name="TextBox 82"/>
          <p:cNvSpPr txBox="1"/>
          <p:nvPr/>
        </p:nvSpPr>
        <p:spPr>
          <a:xfrm>
            <a:off x="4882896" y="3383280"/>
            <a:ext cx="2788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200" dirty="0" err="1"/>
              <a:t>Nome: acidentes_prf_2025
Banco: proj_prf_sql.duckdb
Importação concluída com sucesso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973568" y="2852928"/>
            <a:ext cx="3959352" cy="1444752"/>
          </a:xfrm>
          <a:prstGeom prst="roundRect">
            <a:avLst/>
          </a:prstGeom>
          <a:solidFill>
            <a:srgbClr val="FFF8E5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138160" y="3017520"/>
            <a:ext cx="384048" cy="38404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138160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41664" y="301752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/>
              <a:t>3. Validação estrutural</a:t>
            </a:r>
            <a:endParaRPr dirty="0"/>
          </a:p>
        </p:txBody>
      </p:sp>
      <p:sp>
        <p:nvSpPr>
          <p:cNvPr id="88" name="TextBox 87"/>
          <p:cNvSpPr txBox="1"/>
          <p:nvPr/>
        </p:nvSpPr>
        <p:spPr>
          <a:xfrm>
            <a:off x="8726424" y="3383280"/>
            <a:ext cx="3044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200" dirty="0" err="1"/>
              <a:t>DESCRIBE acidentes_prf_2025
Tipos das colunas conferidos
Ex.: id BIGINT, data_inversa DATE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6032" y="4498848"/>
            <a:ext cx="5623560" cy="12984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20624" y="4663440"/>
            <a:ext cx="384048" cy="384048"/>
          </a:xfrm>
          <a:prstGeom prst="ellipse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20624" y="47914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4128" y="4663440"/>
            <a:ext cx="4727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/>
              <a:t>4. Validação quantitativa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4128" y="5029200"/>
            <a:ext cx="4709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200" dirty="0" err="1"/>
              <a:t>COUNT(*) executado
Resultado confirmado:
72.529 registros</a:t>
            </a:r>
            <a:endParaRPr sz="1200" dirty="0"/>
          </a:p>
        </p:txBody>
      </p:sp>
      <p:sp>
        <p:nvSpPr>
          <p:cNvPr id="94" name="Rounded Rectangle 93"/>
          <p:cNvSpPr/>
          <p:nvPr/>
        </p:nvSpPr>
        <p:spPr>
          <a:xfrm>
            <a:off x="6016752" y="4498848"/>
            <a:ext cx="5916168" cy="1298448"/>
          </a:xfrm>
          <a:prstGeom prst="roundRect">
            <a:avLst/>
          </a:prstGeom>
          <a:solidFill>
            <a:srgbClr val="EAF7F3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6181344" y="4663440"/>
            <a:ext cx="384048" cy="384048"/>
          </a:xfrm>
          <a:prstGeom prst="ellipse">
            <a:avLst/>
          </a:prstGeom>
          <a:solidFill>
            <a:srgbClr val="5B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81344" y="47914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84848" y="4663440"/>
            <a:ext cx="5020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/>
              <a:t>5. Erro e correção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84848" y="5029200"/>
            <a:ext cx="5001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200" dirty="0" err="1"/>
              <a:t>1ª tentativa: erro de UTF-8
Correção: encoding='latin-1'
2ª tentativa: sucesso</a:t>
            </a:r>
            <a:endParaRPr sz="1200" dirty="0"/>
          </a:p>
        </p:txBody>
      </p:sp>
      <p:sp>
        <p:nvSpPr>
          <p:cNvPr id="99" name="Rounded Rectangle 98"/>
          <p:cNvSpPr/>
          <p:nvPr/>
        </p:nvSpPr>
        <p:spPr>
          <a:xfrm>
            <a:off x="256032" y="5925312"/>
            <a:ext cx="11676888" cy="438912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38912" y="589788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/>
              <a:t>Observação</a:t>
            </a:r>
            <a:r>
              <a:rPr dirty="0"/>
              <a:t>: </a:t>
            </a:r>
            <a:r>
              <a:rPr dirty="0" err="1"/>
              <a:t>caminho</a:t>
            </a:r>
            <a:r>
              <a:rPr dirty="0"/>
              <a:t> </a:t>
            </a:r>
            <a:r>
              <a:rPr dirty="0" err="1"/>
              <a:t>registrado</a:t>
            </a:r>
            <a:r>
              <a:rPr dirty="0"/>
              <a:t> — </a:t>
            </a:r>
            <a:r>
              <a:rPr dirty="0" err="1"/>
              <a:t>dados_brutos</a:t>
            </a:r>
            <a:r>
              <a:rPr dirty="0"/>
              <a:t>/dados_abertos_prf-datatran2025.csv. </a:t>
            </a:r>
            <a:r>
              <a:rPr dirty="0" err="1"/>
              <a:t>A solução atende aos quatro passos solicitados na atividade.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230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Wellington Lima</dc:creator>
  <cp:keywords/>
  <dc:description>generated using python-pptx</dc:description>
  <cp:lastModifiedBy>Wellington</cp:lastModifiedBy>
  <cp:revision>5</cp:revision>
  <dcterms:created xsi:type="dcterms:W3CDTF">2013-01-27T09:14:16Z</dcterms:created>
  <dcterms:modified xsi:type="dcterms:W3CDTF">2026-09-20T21:54:24Z</dcterms:modified>
  <cp:category/>
</cp:coreProperties>
</file>